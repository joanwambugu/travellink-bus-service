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2026" y="4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CA40C5-6D02-4C52-B19F-68D352EB39B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KE"/>
        </a:p>
      </dgm:t>
    </dgm:pt>
    <dgm:pt modelId="{703B08BC-6ED8-461E-8875-703B1CD4DC06}">
      <dgm:prSet phldrT="[Text]"/>
      <dgm:spPr/>
      <dgm:t>
        <a:bodyPr/>
        <a:lstStyle/>
        <a:p>
          <a:pPr>
            <a:buNone/>
          </a:pPr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User Input</a:t>
          </a:r>
          <a:endParaRPr lang="en-KE" dirty="0"/>
        </a:p>
      </dgm:t>
    </dgm:pt>
    <dgm:pt modelId="{CE84816A-EF53-480C-8E3A-F8A36A7A50DD}" type="parTrans" cxnId="{459AFF5B-7767-4710-8E36-6B0453B2A0F6}">
      <dgm:prSet/>
      <dgm:spPr/>
      <dgm:t>
        <a:bodyPr/>
        <a:lstStyle/>
        <a:p>
          <a:endParaRPr lang="en-KE"/>
        </a:p>
      </dgm:t>
    </dgm:pt>
    <dgm:pt modelId="{883AF312-0E24-4F54-AF85-0549A8354714}" type="sibTrans" cxnId="{459AFF5B-7767-4710-8E36-6B0453B2A0F6}">
      <dgm:prSet/>
      <dgm:spPr/>
      <dgm:t>
        <a:bodyPr/>
        <a:lstStyle/>
        <a:p>
          <a:endParaRPr lang="en-KE"/>
        </a:p>
      </dgm:t>
    </dgm:pt>
    <dgm:pt modelId="{ED290760-3DFF-4B3A-BF7D-C32D606E9BFC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Seat Check </a:t>
          </a:r>
          <a:endParaRPr lang="en-KE" dirty="0"/>
        </a:p>
      </dgm:t>
    </dgm:pt>
    <dgm:pt modelId="{7B00D15B-010A-47E3-B743-6602E5246BCD}" type="parTrans" cxnId="{BD90C286-9715-40DD-B51F-31CD0BBA25CB}">
      <dgm:prSet/>
      <dgm:spPr/>
      <dgm:t>
        <a:bodyPr/>
        <a:lstStyle/>
        <a:p>
          <a:endParaRPr lang="en-KE"/>
        </a:p>
      </dgm:t>
    </dgm:pt>
    <dgm:pt modelId="{1150BD00-0F91-4E62-97DB-98BFE3628482}" type="sibTrans" cxnId="{BD90C286-9715-40DD-B51F-31CD0BBA25CB}">
      <dgm:prSet/>
      <dgm:spPr/>
      <dgm:t>
        <a:bodyPr/>
        <a:lstStyle/>
        <a:p>
          <a:endParaRPr lang="en-KE"/>
        </a:p>
      </dgm:t>
    </dgm:pt>
    <dgm:pt modelId="{79FACA29-BEC7-4E98-8203-AB77FCE861C5}">
      <dgm:prSet phldrT="[Text]"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Payment Verification </a:t>
          </a:r>
          <a:endParaRPr lang="en-KE" dirty="0"/>
        </a:p>
      </dgm:t>
    </dgm:pt>
    <dgm:pt modelId="{575B4EAB-6CF0-4E80-9898-3216FC0E6FEE}" type="parTrans" cxnId="{3FFEAA50-AB36-4558-90FB-A809A78FA3E6}">
      <dgm:prSet/>
      <dgm:spPr/>
      <dgm:t>
        <a:bodyPr/>
        <a:lstStyle/>
        <a:p>
          <a:endParaRPr lang="en-KE"/>
        </a:p>
      </dgm:t>
    </dgm:pt>
    <dgm:pt modelId="{B39C492C-BDF4-41D1-948A-B997E5F6D07C}" type="sibTrans" cxnId="{3FFEAA50-AB36-4558-90FB-A809A78FA3E6}">
      <dgm:prSet/>
      <dgm:spPr/>
      <dgm:t>
        <a:bodyPr/>
        <a:lstStyle/>
        <a:p>
          <a:endParaRPr lang="en-KE"/>
        </a:p>
      </dgm:t>
    </dgm:pt>
    <dgm:pt modelId="{CC9528AE-265A-4B40-8F74-475EEFA05988}">
      <dgm:prSet phldrT="[Text]"/>
      <dgm:spPr/>
      <dgm:t>
        <a:bodyPr/>
        <a:lstStyle/>
        <a:p>
          <a:pPr>
            <a:buNone/>
          </a:pPr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Confirmation</a:t>
          </a:r>
          <a:endParaRPr lang="en-KE" dirty="0"/>
        </a:p>
      </dgm:t>
    </dgm:pt>
    <dgm:pt modelId="{3D089ABE-B4E5-428C-B3B8-AE526EE4F2DF}" type="parTrans" cxnId="{6A6DC55B-EA43-41BF-A754-693CAB6F9319}">
      <dgm:prSet/>
      <dgm:spPr/>
      <dgm:t>
        <a:bodyPr/>
        <a:lstStyle/>
        <a:p>
          <a:endParaRPr lang="en-KE"/>
        </a:p>
      </dgm:t>
    </dgm:pt>
    <dgm:pt modelId="{5AA257B7-D56C-48F4-A182-F15ADE66F472}" type="sibTrans" cxnId="{6A6DC55B-EA43-41BF-A754-693CAB6F9319}">
      <dgm:prSet/>
      <dgm:spPr/>
      <dgm:t>
        <a:bodyPr/>
        <a:lstStyle/>
        <a:p>
          <a:endParaRPr lang="en-KE"/>
        </a:p>
      </dgm:t>
    </dgm:pt>
    <dgm:pt modelId="{599732BE-7181-4A07-9123-C799D6BCA023}">
      <dgm:prSet phldrT="[Text]"/>
      <dgm:spPr/>
      <dgm:t>
        <a:bodyPr/>
        <a:lstStyle/>
        <a:p>
          <a:pPr>
            <a:buNone/>
          </a:pPr>
          <a:r>
            <a:rPr lang="en-GB">
              <a:latin typeface="Times New Roman" panose="02020603050405020304" pitchFamily="18" charset="0"/>
              <a:cs typeface="Times New Roman" panose="02020603050405020304" pitchFamily="18" charset="0"/>
            </a:rPr>
            <a:t>Validation</a:t>
          </a:r>
          <a:endParaRPr lang="en-KE" dirty="0"/>
        </a:p>
      </dgm:t>
    </dgm:pt>
    <dgm:pt modelId="{05C11EE7-A846-4C5B-B906-9563E43F1012}" type="parTrans" cxnId="{F11E6F53-5121-4ECA-AB31-F4517BD7032B}">
      <dgm:prSet/>
      <dgm:spPr/>
      <dgm:t>
        <a:bodyPr/>
        <a:lstStyle/>
        <a:p>
          <a:endParaRPr lang="en-KE"/>
        </a:p>
      </dgm:t>
    </dgm:pt>
    <dgm:pt modelId="{41495F01-A17C-41AA-A554-43B26E6E372B}" type="sibTrans" cxnId="{F11E6F53-5121-4ECA-AB31-F4517BD7032B}">
      <dgm:prSet/>
      <dgm:spPr/>
      <dgm:t>
        <a:bodyPr/>
        <a:lstStyle/>
        <a:p>
          <a:endParaRPr lang="en-KE"/>
        </a:p>
      </dgm:t>
    </dgm:pt>
    <dgm:pt modelId="{BCA8F6F5-B3BB-4521-AB45-6530F47BF6C1}" type="pres">
      <dgm:prSet presAssocID="{FECA40C5-6D02-4C52-B19F-68D352EB39BE}" presName="outerComposite" presStyleCnt="0">
        <dgm:presLayoutVars>
          <dgm:chMax val="5"/>
          <dgm:dir/>
          <dgm:resizeHandles val="exact"/>
        </dgm:presLayoutVars>
      </dgm:prSet>
      <dgm:spPr/>
    </dgm:pt>
    <dgm:pt modelId="{C1917695-3110-48C6-B5A4-29E26D5A713D}" type="pres">
      <dgm:prSet presAssocID="{FECA40C5-6D02-4C52-B19F-68D352EB39BE}" presName="dummyMaxCanvas" presStyleCnt="0">
        <dgm:presLayoutVars/>
      </dgm:prSet>
      <dgm:spPr/>
    </dgm:pt>
    <dgm:pt modelId="{11EE6E31-14C8-4EDE-8F7B-7EBB89DBFE13}" type="pres">
      <dgm:prSet presAssocID="{FECA40C5-6D02-4C52-B19F-68D352EB39BE}" presName="FiveNodes_1" presStyleLbl="node1" presStyleIdx="0" presStyleCnt="5" custLinFactNeighborX="1818" custLinFactNeighborY="2821">
        <dgm:presLayoutVars>
          <dgm:bulletEnabled val="1"/>
        </dgm:presLayoutVars>
      </dgm:prSet>
      <dgm:spPr/>
    </dgm:pt>
    <dgm:pt modelId="{6527BD4D-B96B-4107-A166-54E1180112A9}" type="pres">
      <dgm:prSet presAssocID="{FECA40C5-6D02-4C52-B19F-68D352EB39BE}" presName="FiveNodes_2" presStyleLbl="node1" presStyleIdx="1" presStyleCnt="5">
        <dgm:presLayoutVars>
          <dgm:bulletEnabled val="1"/>
        </dgm:presLayoutVars>
      </dgm:prSet>
      <dgm:spPr/>
    </dgm:pt>
    <dgm:pt modelId="{AC478E53-23C0-464E-850C-3BAE5C9EB2B0}" type="pres">
      <dgm:prSet presAssocID="{FECA40C5-6D02-4C52-B19F-68D352EB39BE}" presName="FiveNodes_3" presStyleLbl="node1" presStyleIdx="2" presStyleCnt="5">
        <dgm:presLayoutVars>
          <dgm:bulletEnabled val="1"/>
        </dgm:presLayoutVars>
      </dgm:prSet>
      <dgm:spPr/>
    </dgm:pt>
    <dgm:pt modelId="{8FC4F0CF-16D9-40E1-9654-E4EF0708B6EB}" type="pres">
      <dgm:prSet presAssocID="{FECA40C5-6D02-4C52-B19F-68D352EB39BE}" presName="FiveNodes_4" presStyleLbl="node1" presStyleIdx="3" presStyleCnt="5">
        <dgm:presLayoutVars>
          <dgm:bulletEnabled val="1"/>
        </dgm:presLayoutVars>
      </dgm:prSet>
      <dgm:spPr/>
    </dgm:pt>
    <dgm:pt modelId="{EDF677E8-C609-4B35-8A86-2E223130F1A1}" type="pres">
      <dgm:prSet presAssocID="{FECA40C5-6D02-4C52-B19F-68D352EB39BE}" presName="FiveNodes_5" presStyleLbl="node1" presStyleIdx="4" presStyleCnt="5">
        <dgm:presLayoutVars>
          <dgm:bulletEnabled val="1"/>
        </dgm:presLayoutVars>
      </dgm:prSet>
      <dgm:spPr/>
    </dgm:pt>
    <dgm:pt modelId="{F23511F0-8125-40E1-AFAE-3C425ED44ECA}" type="pres">
      <dgm:prSet presAssocID="{FECA40C5-6D02-4C52-B19F-68D352EB39BE}" presName="FiveConn_1-2" presStyleLbl="fgAccFollowNode1" presStyleIdx="0" presStyleCnt="4">
        <dgm:presLayoutVars>
          <dgm:bulletEnabled val="1"/>
        </dgm:presLayoutVars>
      </dgm:prSet>
      <dgm:spPr/>
    </dgm:pt>
    <dgm:pt modelId="{F2BE83FE-0C9A-45DA-981F-B9E5A640F78D}" type="pres">
      <dgm:prSet presAssocID="{FECA40C5-6D02-4C52-B19F-68D352EB39BE}" presName="FiveConn_2-3" presStyleLbl="fgAccFollowNode1" presStyleIdx="1" presStyleCnt="4">
        <dgm:presLayoutVars>
          <dgm:bulletEnabled val="1"/>
        </dgm:presLayoutVars>
      </dgm:prSet>
      <dgm:spPr/>
    </dgm:pt>
    <dgm:pt modelId="{AE909ECB-A050-4044-AF87-BEF85F89F2C3}" type="pres">
      <dgm:prSet presAssocID="{FECA40C5-6D02-4C52-B19F-68D352EB39BE}" presName="FiveConn_3-4" presStyleLbl="fgAccFollowNode1" presStyleIdx="2" presStyleCnt="4">
        <dgm:presLayoutVars>
          <dgm:bulletEnabled val="1"/>
        </dgm:presLayoutVars>
      </dgm:prSet>
      <dgm:spPr/>
    </dgm:pt>
    <dgm:pt modelId="{A29468BA-0F22-4199-B1CB-D35A75574A11}" type="pres">
      <dgm:prSet presAssocID="{FECA40C5-6D02-4C52-B19F-68D352EB39BE}" presName="FiveConn_4-5" presStyleLbl="fgAccFollowNode1" presStyleIdx="3" presStyleCnt="4">
        <dgm:presLayoutVars>
          <dgm:bulletEnabled val="1"/>
        </dgm:presLayoutVars>
      </dgm:prSet>
      <dgm:spPr/>
    </dgm:pt>
    <dgm:pt modelId="{8CF5BD25-F57E-47B1-AA90-0B5BBFC025F0}" type="pres">
      <dgm:prSet presAssocID="{FECA40C5-6D02-4C52-B19F-68D352EB39BE}" presName="FiveNodes_1_text" presStyleLbl="node1" presStyleIdx="4" presStyleCnt="5">
        <dgm:presLayoutVars>
          <dgm:bulletEnabled val="1"/>
        </dgm:presLayoutVars>
      </dgm:prSet>
      <dgm:spPr/>
    </dgm:pt>
    <dgm:pt modelId="{464AE185-4B00-420C-B0CA-2BEA849029CC}" type="pres">
      <dgm:prSet presAssocID="{FECA40C5-6D02-4C52-B19F-68D352EB39BE}" presName="FiveNodes_2_text" presStyleLbl="node1" presStyleIdx="4" presStyleCnt="5">
        <dgm:presLayoutVars>
          <dgm:bulletEnabled val="1"/>
        </dgm:presLayoutVars>
      </dgm:prSet>
      <dgm:spPr/>
    </dgm:pt>
    <dgm:pt modelId="{41C37A51-6463-4E78-ADDB-8849BF4EAFB3}" type="pres">
      <dgm:prSet presAssocID="{FECA40C5-6D02-4C52-B19F-68D352EB39BE}" presName="FiveNodes_3_text" presStyleLbl="node1" presStyleIdx="4" presStyleCnt="5">
        <dgm:presLayoutVars>
          <dgm:bulletEnabled val="1"/>
        </dgm:presLayoutVars>
      </dgm:prSet>
      <dgm:spPr/>
    </dgm:pt>
    <dgm:pt modelId="{CBE39DA1-CB40-4990-BD54-5A28B633521B}" type="pres">
      <dgm:prSet presAssocID="{FECA40C5-6D02-4C52-B19F-68D352EB39BE}" presName="FiveNodes_4_text" presStyleLbl="node1" presStyleIdx="4" presStyleCnt="5">
        <dgm:presLayoutVars>
          <dgm:bulletEnabled val="1"/>
        </dgm:presLayoutVars>
      </dgm:prSet>
      <dgm:spPr/>
    </dgm:pt>
    <dgm:pt modelId="{F9F2FE83-DBAE-4B62-8452-BA832D7DCB9D}" type="pres">
      <dgm:prSet presAssocID="{FECA40C5-6D02-4C52-B19F-68D352EB39B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0837F0E-F886-473D-8E81-E035864731F6}" type="presOf" srcId="{ED290760-3DFF-4B3A-BF7D-C32D606E9BFC}" destId="{AC478E53-23C0-464E-850C-3BAE5C9EB2B0}" srcOrd="0" destOrd="0" presId="urn:microsoft.com/office/officeart/2005/8/layout/vProcess5"/>
    <dgm:cxn modelId="{99A8BE2B-1747-49C3-98C4-55A376DAD64A}" type="presOf" srcId="{41495F01-A17C-41AA-A554-43B26E6E372B}" destId="{F2BE83FE-0C9A-45DA-981F-B9E5A640F78D}" srcOrd="0" destOrd="0" presId="urn:microsoft.com/office/officeart/2005/8/layout/vProcess5"/>
    <dgm:cxn modelId="{680B0733-76FE-4E2F-8705-F81C029A3C1B}" type="presOf" srcId="{B39C492C-BDF4-41D1-948A-B997E5F6D07C}" destId="{A29468BA-0F22-4199-B1CB-D35A75574A11}" srcOrd="0" destOrd="0" presId="urn:microsoft.com/office/officeart/2005/8/layout/vProcess5"/>
    <dgm:cxn modelId="{6A6DC55B-EA43-41BF-A754-693CAB6F9319}" srcId="{FECA40C5-6D02-4C52-B19F-68D352EB39BE}" destId="{CC9528AE-265A-4B40-8F74-475EEFA05988}" srcOrd="4" destOrd="0" parTransId="{3D089ABE-B4E5-428C-B3B8-AE526EE4F2DF}" sibTransId="{5AA257B7-D56C-48F4-A182-F15ADE66F472}"/>
    <dgm:cxn modelId="{459AFF5B-7767-4710-8E36-6B0453B2A0F6}" srcId="{FECA40C5-6D02-4C52-B19F-68D352EB39BE}" destId="{703B08BC-6ED8-461E-8875-703B1CD4DC06}" srcOrd="0" destOrd="0" parTransId="{CE84816A-EF53-480C-8E3A-F8A36A7A50DD}" sibTransId="{883AF312-0E24-4F54-AF85-0549A8354714}"/>
    <dgm:cxn modelId="{A6686644-4C91-420D-8774-CB4222B7218B}" type="presOf" srcId="{703B08BC-6ED8-461E-8875-703B1CD4DC06}" destId="{8CF5BD25-F57E-47B1-AA90-0B5BBFC025F0}" srcOrd="1" destOrd="0" presId="urn:microsoft.com/office/officeart/2005/8/layout/vProcess5"/>
    <dgm:cxn modelId="{3FFEAA50-AB36-4558-90FB-A809A78FA3E6}" srcId="{FECA40C5-6D02-4C52-B19F-68D352EB39BE}" destId="{79FACA29-BEC7-4E98-8203-AB77FCE861C5}" srcOrd="3" destOrd="0" parTransId="{575B4EAB-6CF0-4E80-9898-3216FC0E6FEE}" sibTransId="{B39C492C-BDF4-41D1-948A-B997E5F6D07C}"/>
    <dgm:cxn modelId="{F11E6F53-5121-4ECA-AB31-F4517BD7032B}" srcId="{FECA40C5-6D02-4C52-B19F-68D352EB39BE}" destId="{599732BE-7181-4A07-9123-C799D6BCA023}" srcOrd="1" destOrd="0" parTransId="{05C11EE7-A846-4C5B-B906-9563E43F1012}" sibTransId="{41495F01-A17C-41AA-A554-43B26E6E372B}"/>
    <dgm:cxn modelId="{77A03683-DB16-4FA4-98D6-8D9F00F4A926}" type="presOf" srcId="{79FACA29-BEC7-4E98-8203-AB77FCE861C5}" destId="{8FC4F0CF-16D9-40E1-9654-E4EF0708B6EB}" srcOrd="0" destOrd="0" presId="urn:microsoft.com/office/officeart/2005/8/layout/vProcess5"/>
    <dgm:cxn modelId="{BD90C286-9715-40DD-B51F-31CD0BBA25CB}" srcId="{FECA40C5-6D02-4C52-B19F-68D352EB39BE}" destId="{ED290760-3DFF-4B3A-BF7D-C32D606E9BFC}" srcOrd="2" destOrd="0" parTransId="{7B00D15B-010A-47E3-B743-6602E5246BCD}" sibTransId="{1150BD00-0F91-4E62-97DB-98BFE3628482}"/>
    <dgm:cxn modelId="{9861B28C-5590-4BD0-B7D3-1317BC39A410}" type="presOf" srcId="{883AF312-0E24-4F54-AF85-0549A8354714}" destId="{F23511F0-8125-40E1-AFAE-3C425ED44ECA}" srcOrd="0" destOrd="0" presId="urn:microsoft.com/office/officeart/2005/8/layout/vProcess5"/>
    <dgm:cxn modelId="{732F679B-BD1A-4E34-9BA9-101AF1E240B6}" type="presOf" srcId="{599732BE-7181-4A07-9123-C799D6BCA023}" destId="{464AE185-4B00-420C-B0CA-2BEA849029CC}" srcOrd="1" destOrd="0" presId="urn:microsoft.com/office/officeart/2005/8/layout/vProcess5"/>
    <dgm:cxn modelId="{AEBF129C-7D8C-4EDA-AF5D-94C3279540AF}" type="presOf" srcId="{1150BD00-0F91-4E62-97DB-98BFE3628482}" destId="{AE909ECB-A050-4044-AF87-BEF85F89F2C3}" srcOrd="0" destOrd="0" presId="urn:microsoft.com/office/officeart/2005/8/layout/vProcess5"/>
    <dgm:cxn modelId="{3A5483AA-03FF-4A3D-92C4-2D90A32D38C4}" type="presOf" srcId="{599732BE-7181-4A07-9123-C799D6BCA023}" destId="{6527BD4D-B96B-4107-A166-54E1180112A9}" srcOrd="0" destOrd="0" presId="urn:microsoft.com/office/officeart/2005/8/layout/vProcess5"/>
    <dgm:cxn modelId="{8C7BC8AC-B738-47B8-8423-B6D8BAF50008}" type="presOf" srcId="{79FACA29-BEC7-4E98-8203-AB77FCE861C5}" destId="{CBE39DA1-CB40-4990-BD54-5A28B633521B}" srcOrd="1" destOrd="0" presId="urn:microsoft.com/office/officeart/2005/8/layout/vProcess5"/>
    <dgm:cxn modelId="{A2BF43C6-4A0E-44E0-85E0-4259976B8390}" type="presOf" srcId="{703B08BC-6ED8-461E-8875-703B1CD4DC06}" destId="{11EE6E31-14C8-4EDE-8F7B-7EBB89DBFE13}" srcOrd="0" destOrd="0" presId="urn:microsoft.com/office/officeart/2005/8/layout/vProcess5"/>
    <dgm:cxn modelId="{54601BD5-D817-4BC2-A35F-864BCFF9CB62}" type="presOf" srcId="{ED290760-3DFF-4B3A-BF7D-C32D606E9BFC}" destId="{41C37A51-6463-4E78-ADDB-8849BF4EAFB3}" srcOrd="1" destOrd="0" presId="urn:microsoft.com/office/officeart/2005/8/layout/vProcess5"/>
    <dgm:cxn modelId="{E1E491EB-FDFA-43CD-86BD-EAEF4BDA2441}" type="presOf" srcId="{CC9528AE-265A-4B40-8F74-475EEFA05988}" destId="{EDF677E8-C609-4B35-8A86-2E223130F1A1}" srcOrd="0" destOrd="0" presId="urn:microsoft.com/office/officeart/2005/8/layout/vProcess5"/>
    <dgm:cxn modelId="{6E7C25EC-B20F-44E1-BBE5-2DE6D76A03B1}" type="presOf" srcId="{FECA40C5-6D02-4C52-B19F-68D352EB39BE}" destId="{BCA8F6F5-B3BB-4521-AB45-6530F47BF6C1}" srcOrd="0" destOrd="0" presId="urn:microsoft.com/office/officeart/2005/8/layout/vProcess5"/>
    <dgm:cxn modelId="{C998DBEC-9DD5-403B-9689-9AEAEAB7E1F9}" type="presOf" srcId="{CC9528AE-265A-4B40-8F74-475EEFA05988}" destId="{F9F2FE83-DBAE-4B62-8452-BA832D7DCB9D}" srcOrd="1" destOrd="0" presId="urn:microsoft.com/office/officeart/2005/8/layout/vProcess5"/>
    <dgm:cxn modelId="{E5A33127-2829-444F-B328-C9FF7DF96B35}" type="presParOf" srcId="{BCA8F6F5-B3BB-4521-AB45-6530F47BF6C1}" destId="{C1917695-3110-48C6-B5A4-29E26D5A713D}" srcOrd="0" destOrd="0" presId="urn:microsoft.com/office/officeart/2005/8/layout/vProcess5"/>
    <dgm:cxn modelId="{9AB878E7-1FC1-4A45-97C9-7B946AB30311}" type="presParOf" srcId="{BCA8F6F5-B3BB-4521-AB45-6530F47BF6C1}" destId="{11EE6E31-14C8-4EDE-8F7B-7EBB89DBFE13}" srcOrd="1" destOrd="0" presId="urn:microsoft.com/office/officeart/2005/8/layout/vProcess5"/>
    <dgm:cxn modelId="{B741415F-3D5B-4437-9503-956212FBF544}" type="presParOf" srcId="{BCA8F6F5-B3BB-4521-AB45-6530F47BF6C1}" destId="{6527BD4D-B96B-4107-A166-54E1180112A9}" srcOrd="2" destOrd="0" presId="urn:microsoft.com/office/officeart/2005/8/layout/vProcess5"/>
    <dgm:cxn modelId="{A5D93378-9052-4AD8-B280-D080969F5A87}" type="presParOf" srcId="{BCA8F6F5-B3BB-4521-AB45-6530F47BF6C1}" destId="{AC478E53-23C0-464E-850C-3BAE5C9EB2B0}" srcOrd="3" destOrd="0" presId="urn:microsoft.com/office/officeart/2005/8/layout/vProcess5"/>
    <dgm:cxn modelId="{8E526F47-57AF-45DC-A60C-1AF3A7F702CB}" type="presParOf" srcId="{BCA8F6F5-B3BB-4521-AB45-6530F47BF6C1}" destId="{8FC4F0CF-16D9-40E1-9654-E4EF0708B6EB}" srcOrd="4" destOrd="0" presId="urn:microsoft.com/office/officeart/2005/8/layout/vProcess5"/>
    <dgm:cxn modelId="{0EEE4F3F-DB41-4DBB-BA03-BF6FB95DFBD8}" type="presParOf" srcId="{BCA8F6F5-B3BB-4521-AB45-6530F47BF6C1}" destId="{EDF677E8-C609-4B35-8A86-2E223130F1A1}" srcOrd="5" destOrd="0" presId="urn:microsoft.com/office/officeart/2005/8/layout/vProcess5"/>
    <dgm:cxn modelId="{6F21A43E-3BC6-4DCC-B7A4-272B31CD55AE}" type="presParOf" srcId="{BCA8F6F5-B3BB-4521-AB45-6530F47BF6C1}" destId="{F23511F0-8125-40E1-AFAE-3C425ED44ECA}" srcOrd="6" destOrd="0" presId="urn:microsoft.com/office/officeart/2005/8/layout/vProcess5"/>
    <dgm:cxn modelId="{1F46D83E-158A-4A95-9365-0FEA399CB56B}" type="presParOf" srcId="{BCA8F6F5-B3BB-4521-AB45-6530F47BF6C1}" destId="{F2BE83FE-0C9A-45DA-981F-B9E5A640F78D}" srcOrd="7" destOrd="0" presId="urn:microsoft.com/office/officeart/2005/8/layout/vProcess5"/>
    <dgm:cxn modelId="{9288444C-12C5-4861-9D9B-58B092957E8E}" type="presParOf" srcId="{BCA8F6F5-B3BB-4521-AB45-6530F47BF6C1}" destId="{AE909ECB-A050-4044-AF87-BEF85F89F2C3}" srcOrd="8" destOrd="0" presId="urn:microsoft.com/office/officeart/2005/8/layout/vProcess5"/>
    <dgm:cxn modelId="{3E997848-AC34-448A-B2F2-879A075FE90C}" type="presParOf" srcId="{BCA8F6F5-B3BB-4521-AB45-6530F47BF6C1}" destId="{A29468BA-0F22-4199-B1CB-D35A75574A11}" srcOrd="9" destOrd="0" presId="urn:microsoft.com/office/officeart/2005/8/layout/vProcess5"/>
    <dgm:cxn modelId="{5172BC5C-CFC9-437A-A89A-2805B731B8AB}" type="presParOf" srcId="{BCA8F6F5-B3BB-4521-AB45-6530F47BF6C1}" destId="{8CF5BD25-F57E-47B1-AA90-0B5BBFC025F0}" srcOrd="10" destOrd="0" presId="urn:microsoft.com/office/officeart/2005/8/layout/vProcess5"/>
    <dgm:cxn modelId="{180F2A50-E156-45DC-A06B-5EC57A6659C0}" type="presParOf" srcId="{BCA8F6F5-B3BB-4521-AB45-6530F47BF6C1}" destId="{464AE185-4B00-420C-B0CA-2BEA849029CC}" srcOrd="11" destOrd="0" presId="urn:microsoft.com/office/officeart/2005/8/layout/vProcess5"/>
    <dgm:cxn modelId="{1E4C83D6-B250-4A29-A97E-C852307C70B9}" type="presParOf" srcId="{BCA8F6F5-B3BB-4521-AB45-6530F47BF6C1}" destId="{41C37A51-6463-4E78-ADDB-8849BF4EAFB3}" srcOrd="12" destOrd="0" presId="urn:microsoft.com/office/officeart/2005/8/layout/vProcess5"/>
    <dgm:cxn modelId="{AD3AC06A-CF85-48BE-843A-89F1C17DB5EF}" type="presParOf" srcId="{BCA8F6F5-B3BB-4521-AB45-6530F47BF6C1}" destId="{CBE39DA1-CB40-4990-BD54-5A28B633521B}" srcOrd="13" destOrd="0" presId="urn:microsoft.com/office/officeart/2005/8/layout/vProcess5"/>
    <dgm:cxn modelId="{EC743783-B7F1-4553-888C-F3F1FDEC92B4}" type="presParOf" srcId="{BCA8F6F5-B3BB-4521-AB45-6530F47BF6C1}" destId="{F9F2FE83-DBAE-4B62-8452-BA832D7DCB9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E6E31-14C8-4EDE-8F7B-7EBB89DBFE13}">
      <dsp:nvSpPr>
        <dsp:cNvPr id="0" name=""/>
        <dsp:cNvSpPr/>
      </dsp:nvSpPr>
      <dsp:spPr>
        <a:xfrm>
          <a:off x="85335" y="20636"/>
          <a:ext cx="4693920" cy="73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Input</a:t>
          </a:r>
          <a:endParaRPr lang="en-KE" sz="3100" kern="1200" dirty="0"/>
        </a:p>
      </dsp:txBody>
      <dsp:txXfrm>
        <a:off x="106760" y="42061"/>
        <a:ext cx="3818966" cy="688670"/>
      </dsp:txXfrm>
    </dsp:sp>
    <dsp:sp modelId="{6527BD4D-B96B-4107-A166-54E1180112A9}">
      <dsp:nvSpPr>
        <dsp:cNvPr id="0" name=""/>
        <dsp:cNvSpPr/>
      </dsp:nvSpPr>
      <dsp:spPr>
        <a:xfrm>
          <a:off x="350520" y="833120"/>
          <a:ext cx="4693920" cy="73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>
              <a:latin typeface="Times New Roman" panose="02020603050405020304" pitchFamily="18" charset="0"/>
              <a:cs typeface="Times New Roman" panose="02020603050405020304" pitchFamily="18" charset="0"/>
            </a:rPr>
            <a:t>Validation</a:t>
          </a:r>
          <a:endParaRPr lang="en-KE" sz="3100" kern="1200" dirty="0"/>
        </a:p>
      </dsp:txBody>
      <dsp:txXfrm>
        <a:off x="371945" y="854545"/>
        <a:ext cx="3825062" cy="688669"/>
      </dsp:txXfrm>
    </dsp:sp>
    <dsp:sp modelId="{AC478E53-23C0-464E-850C-3BAE5C9EB2B0}">
      <dsp:nvSpPr>
        <dsp:cNvPr id="0" name=""/>
        <dsp:cNvSpPr/>
      </dsp:nvSpPr>
      <dsp:spPr>
        <a:xfrm>
          <a:off x="701039" y="1666240"/>
          <a:ext cx="4693920" cy="73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Seat Check </a:t>
          </a:r>
          <a:endParaRPr lang="en-KE" sz="3100" kern="1200" dirty="0"/>
        </a:p>
      </dsp:txBody>
      <dsp:txXfrm>
        <a:off x="722464" y="1687665"/>
        <a:ext cx="3825062" cy="688669"/>
      </dsp:txXfrm>
    </dsp:sp>
    <dsp:sp modelId="{8FC4F0CF-16D9-40E1-9654-E4EF0708B6EB}">
      <dsp:nvSpPr>
        <dsp:cNvPr id="0" name=""/>
        <dsp:cNvSpPr/>
      </dsp:nvSpPr>
      <dsp:spPr>
        <a:xfrm>
          <a:off x="1051559" y="2499360"/>
          <a:ext cx="4693920" cy="73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Payment Verification </a:t>
          </a:r>
          <a:endParaRPr lang="en-KE" sz="3100" kern="1200" dirty="0"/>
        </a:p>
      </dsp:txBody>
      <dsp:txXfrm>
        <a:off x="1072984" y="2520785"/>
        <a:ext cx="3825062" cy="688669"/>
      </dsp:txXfrm>
    </dsp:sp>
    <dsp:sp modelId="{EDF677E8-C609-4B35-8A86-2E223130F1A1}">
      <dsp:nvSpPr>
        <dsp:cNvPr id="0" name=""/>
        <dsp:cNvSpPr/>
      </dsp:nvSpPr>
      <dsp:spPr>
        <a:xfrm>
          <a:off x="1402079" y="3332480"/>
          <a:ext cx="4693920" cy="7315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>
              <a:latin typeface="Times New Roman" panose="02020603050405020304" pitchFamily="18" charset="0"/>
              <a:cs typeface="Times New Roman" panose="02020603050405020304" pitchFamily="18" charset="0"/>
            </a:rPr>
            <a:t>Confirmation</a:t>
          </a:r>
          <a:endParaRPr lang="en-KE" sz="3100" kern="1200" dirty="0"/>
        </a:p>
      </dsp:txBody>
      <dsp:txXfrm>
        <a:off x="1423504" y="3353905"/>
        <a:ext cx="3825062" cy="688669"/>
      </dsp:txXfrm>
    </dsp:sp>
    <dsp:sp modelId="{F23511F0-8125-40E1-AFAE-3C425ED44ECA}">
      <dsp:nvSpPr>
        <dsp:cNvPr id="0" name=""/>
        <dsp:cNvSpPr/>
      </dsp:nvSpPr>
      <dsp:spPr>
        <a:xfrm>
          <a:off x="4218432" y="534416"/>
          <a:ext cx="475488" cy="475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2100" kern="1200"/>
        </a:p>
      </dsp:txBody>
      <dsp:txXfrm>
        <a:off x="4325417" y="534416"/>
        <a:ext cx="261518" cy="357805"/>
      </dsp:txXfrm>
    </dsp:sp>
    <dsp:sp modelId="{F2BE83FE-0C9A-45DA-981F-B9E5A640F78D}">
      <dsp:nvSpPr>
        <dsp:cNvPr id="0" name=""/>
        <dsp:cNvSpPr/>
      </dsp:nvSpPr>
      <dsp:spPr>
        <a:xfrm>
          <a:off x="4568952" y="1367536"/>
          <a:ext cx="475488" cy="475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2100" kern="1200"/>
        </a:p>
      </dsp:txBody>
      <dsp:txXfrm>
        <a:off x="4675937" y="1367536"/>
        <a:ext cx="261518" cy="357805"/>
      </dsp:txXfrm>
    </dsp:sp>
    <dsp:sp modelId="{AE909ECB-A050-4044-AF87-BEF85F89F2C3}">
      <dsp:nvSpPr>
        <dsp:cNvPr id="0" name=""/>
        <dsp:cNvSpPr/>
      </dsp:nvSpPr>
      <dsp:spPr>
        <a:xfrm>
          <a:off x="4919472" y="2188464"/>
          <a:ext cx="475488" cy="475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2100" kern="1200"/>
        </a:p>
      </dsp:txBody>
      <dsp:txXfrm>
        <a:off x="5026457" y="2188464"/>
        <a:ext cx="261518" cy="357805"/>
      </dsp:txXfrm>
    </dsp:sp>
    <dsp:sp modelId="{A29468BA-0F22-4199-B1CB-D35A75574A11}">
      <dsp:nvSpPr>
        <dsp:cNvPr id="0" name=""/>
        <dsp:cNvSpPr/>
      </dsp:nvSpPr>
      <dsp:spPr>
        <a:xfrm>
          <a:off x="5269992" y="3029712"/>
          <a:ext cx="475488" cy="475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2100" kern="1200"/>
        </a:p>
      </dsp:txBody>
      <dsp:txXfrm>
        <a:off x="5376977" y="3029712"/>
        <a:ext cx="261518" cy="357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76196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5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7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2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2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0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1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2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33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26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67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32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91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63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31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0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8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2370"/>
          </a:xfrm>
        </p:spPr>
        <p:txBody>
          <a:bodyPr/>
          <a:lstStyle/>
          <a:p>
            <a:r>
              <a:rPr lang="en-GB" dirty="0" err="1"/>
              <a:t>EasyCoach</a:t>
            </a:r>
            <a:r>
              <a:rPr lang="en-GB" dirty="0"/>
              <a:t> Bus </a:t>
            </a:r>
            <a:r>
              <a:rPr dirty="0"/>
              <a:t>Booking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120"/>
            <a:ext cx="8229600" cy="478504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Presentation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Joan Mugure (23/08084, BIT)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 Benjamin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Kathuma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Mbuthia Edwin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Ng'anga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Glen Ochola (21/01077)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Maramba George Omondi (24/04723)</a:t>
            </a:r>
          </a:p>
          <a:p>
            <a:pPr marL="0" indent="0" algn="ctr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Bachelors Degree In Information Technology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28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6066"/>
          </a:xfrm>
        </p:spPr>
        <p:txBody>
          <a:bodyPr/>
          <a:lstStyle/>
          <a:p>
            <a:r>
              <a:rPr lang="en-GB"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0704"/>
            <a:ext cx="8229600" cy="506545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Vision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EasyCoach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 Booking App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Simplify and secure transport bookings across Kenya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Local commuters,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tourists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M-Pesa integrated payment system</a:t>
            </a:r>
          </a:p>
          <a:p>
            <a:pPr marL="0" indent="0" algn="ctr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booking systems are fragmented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secure, unified platform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mobile optimization</a:t>
            </a: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payment solutions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3874"/>
          </a:xfrm>
        </p:spPr>
        <p:txBody>
          <a:bodyPr/>
          <a:lstStyle/>
          <a:p>
            <a:r>
              <a:rPr lang="en-GB" b="1" dirty="0"/>
              <a:t>Front-End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8512"/>
            <a:ext cx="8229600" cy="507765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Framework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 Key UI Elements: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intuitive form layout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Dropdown selectors (▾)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"Book Now" button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routes suggestions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Mobile Screen Layout: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6066"/>
          </a:xfrm>
        </p:spPr>
        <p:txBody>
          <a:bodyPr/>
          <a:lstStyle/>
          <a:p>
            <a:r>
              <a:rPr dirty="0"/>
              <a:t>Back-End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2352"/>
            <a:ext cx="8229600" cy="499872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"Book Now" Workflow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Critical Checks: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Seat Availability Verification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seats exist for selected route/time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overbooking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User Payment Validation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payment method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sufficient wallet balance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PHP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JavaScript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MySQL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Email-based accounts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98575"/>
          </a:xfrm>
        </p:spPr>
        <p:txBody>
          <a:bodyPr/>
          <a:lstStyle/>
          <a:p>
            <a:r>
              <a:rPr dirty="0"/>
              <a:t>Back-End Technologies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655C9D-7757-7FED-4744-1C417F236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31284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45424" cy="61537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704" y="890016"/>
            <a:ext cx="7626096" cy="559612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 Structure</a:t>
            </a:r>
          </a:p>
          <a:p>
            <a:pPr marL="0" indent="0">
              <a:buNone/>
            </a:pPr>
            <a:r>
              <a:rPr lang="en-GB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Booking Transactions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booking_id</a:t>
            </a:r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(Primary Key)</a:t>
            </a: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booking_date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travel_date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seat_numbers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total_fare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payment_status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1">
              <a:buNone/>
            </a:pP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Tables:</a:t>
            </a:r>
            <a:endParaRPr lang="en-GB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</a:t>
            </a:r>
          </a:p>
          <a:p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</a:p>
          <a:p>
            <a:r>
              <a:rPr lang="en-GB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Details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343F1-F5E9-6A6A-C419-468F7EDDB450}"/>
              </a:ext>
            </a:extLst>
          </p:cNvPr>
          <p:cNvSpPr txBox="1"/>
          <p:nvPr/>
        </p:nvSpPr>
        <p:spPr>
          <a:xfrm>
            <a:off x="4669536" y="987552"/>
            <a:ext cx="3413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Vehicle Schedules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schedule_id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(Primary Key)</a:t>
            </a: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vehicle_id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departure_terminal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destination_terminal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departure_time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arrival_time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available_seats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fare_amount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0450"/>
          </a:xfrm>
        </p:spPr>
        <p:txBody>
          <a:bodyPr/>
          <a:lstStyle/>
          <a:p>
            <a:r>
              <a:rPr lang="en-GB" b="1" dirty="0"/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085088"/>
            <a:ext cx="7711440" cy="50410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Two-Tier Security Approach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Secure Payment Processing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M-Pesa API + SSL Encryption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M-Pesa: 80%+ adoption in Kenya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SSL: Prevents data interception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encryption for transactions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Fake Booking Prevention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SMS OTP Verification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booking to verified Kenyan number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authentication layer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anonymous/fraudulent bookings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password storage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prevention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6066"/>
          </a:xfrm>
        </p:spPr>
        <p:txBody>
          <a:bodyPr/>
          <a:lstStyle/>
          <a:p>
            <a:r>
              <a:rPr dirty="0"/>
              <a:t>Development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194816"/>
            <a:ext cx="7662672" cy="493134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&amp; Testing</a:t>
            </a:r>
          </a:p>
          <a:p>
            <a:pPr marL="0" indent="0">
              <a:buNone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Code Sharing: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GitHub</a:t>
            </a:r>
          </a:p>
          <a:p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Industry standard for version control</a:t>
            </a:r>
          </a:p>
          <a:p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requests &amp; code reviews</a:t>
            </a: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</a:t>
            </a: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tier for startups</a:t>
            </a: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 tools</a:t>
            </a:r>
          </a:p>
          <a:p>
            <a:pPr marL="0" indent="0">
              <a:buNone/>
            </a:pPr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Testing: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Firebase Test Lab</a:t>
            </a:r>
          </a:p>
          <a:p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Comprehensive mobile testing platform</a:t>
            </a:r>
          </a:p>
          <a:p>
            <a:r>
              <a:rPr lang="en-GB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Android device testing</a:t>
            </a: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testing support</a:t>
            </a: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performance reports</a:t>
            </a:r>
          </a:p>
          <a:p>
            <a:pPr lvl="1"/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for startups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0D5B-99D5-AA8B-BD17-6102F5F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537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Team Roles &amp; Responsibilities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9EDD-5592-2EF8-D421-14FD3EB5C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036320"/>
            <a:ext cx="7833360" cy="508984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of Work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Development: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Joan Mugure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Glen Ochola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UI design, Flutter implementation, user testing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 Development: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 Benjamin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Kathuma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Maramba George Omondi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Database design, PHP logic, API integration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Testing: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Mbuthia Edwin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Ng'anga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Security implementation, testing protocols, deployment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members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GitHub Projects, Weekly meetings, Progress tracking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53836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F87B-841A-5F7B-0C95-EBE0124F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Q&amp;A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52E9-A922-D6CA-27F4-D8702F4DB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Repository: [GitHub Link]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"Connecting Kenya, One Journey at a Time"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900798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35</TotalTime>
  <Words>549</Words>
  <Application>Microsoft Office PowerPoint</Application>
  <PresentationFormat>On-screen Show (4:3)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Corbel</vt:lpstr>
      <vt:lpstr>Times New Roman</vt:lpstr>
      <vt:lpstr>Parallax</vt:lpstr>
      <vt:lpstr>EasyCoach Bus Booking App</vt:lpstr>
      <vt:lpstr>Project Overview</vt:lpstr>
      <vt:lpstr>Front-End Design</vt:lpstr>
      <vt:lpstr>Mobile Screen Layout:</vt:lpstr>
      <vt:lpstr>Back-End Processing</vt:lpstr>
      <vt:lpstr>Back-End Technologies</vt:lpstr>
      <vt:lpstr>Database Architecture</vt:lpstr>
      <vt:lpstr>Security Implementation</vt:lpstr>
      <vt:lpstr>Development Tools</vt:lpstr>
      <vt:lpstr>Team Roles &amp; Responsibilities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Joan</dc:creator>
  <cp:keywords/>
  <dc:description>generated using python-pptx</dc:description>
  <cp:lastModifiedBy>Joan Wambugu</cp:lastModifiedBy>
  <cp:revision>3</cp:revision>
  <dcterms:created xsi:type="dcterms:W3CDTF">2013-01-27T09:14:16Z</dcterms:created>
  <dcterms:modified xsi:type="dcterms:W3CDTF">2026-01-28T18:44:45Z</dcterms:modified>
  <cp:category/>
</cp:coreProperties>
</file>